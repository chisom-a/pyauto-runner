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 varScale="1">
        <p:scale>
          <a:sx n="59" d="100"/>
          <a:sy n="59" d="100"/>
        </p:scale>
        <p:origin x="8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1FC7218B-D6EA-4AD7-84D4-887C4E25D33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FE3B38D-2E82-4375-A569-5283A52D3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13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7218B-D6EA-4AD7-84D4-887C4E25D33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3B38D-2E82-4375-A569-5283A52D3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472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7218B-D6EA-4AD7-84D4-887C4E25D33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3B38D-2E82-4375-A569-5283A52D3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47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7218B-D6EA-4AD7-84D4-887C4E25D33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3B38D-2E82-4375-A569-5283A52D3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017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7218B-D6EA-4AD7-84D4-887C4E25D33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3B38D-2E82-4375-A569-5283A52D3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275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7218B-D6EA-4AD7-84D4-887C4E25D33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3B38D-2E82-4375-A569-5283A52D3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8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7218B-D6EA-4AD7-84D4-887C4E25D33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3B38D-2E82-4375-A569-5283A52D3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732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7218B-D6EA-4AD7-84D4-887C4E25D33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3B38D-2E82-4375-A569-5283A52D3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246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7218B-D6EA-4AD7-84D4-887C4E25D33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3B38D-2E82-4375-A569-5283A52D3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66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7218B-D6EA-4AD7-84D4-887C4E25D33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3B38D-2E82-4375-A569-5283A52D3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97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7218B-D6EA-4AD7-84D4-887C4E25D33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3B38D-2E82-4375-A569-5283A52D3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98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7218B-D6EA-4AD7-84D4-887C4E25D33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3B38D-2E82-4375-A569-5283A52D34C1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4013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7218B-D6EA-4AD7-84D4-887C4E25D33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3B38D-2E82-4375-A569-5283A52D3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224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7218B-D6EA-4AD7-84D4-887C4E25D33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3B38D-2E82-4375-A569-5283A52D3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843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7218B-D6EA-4AD7-84D4-887C4E25D33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3B38D-2E82-4375-A569-5283A52D3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9923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7218B-D6EA-4AD7-84D4-887C4E25D33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3B38D-2E82-4375-A569-5283A52D3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2867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7218B-D6EA-4AD7-84D4-887C4E25D33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3B38D-2E82-4375-A569-5283A52D3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968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7218B-D6EA-4AD7-84D4-887C4E25D33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3B38D-2E82-4375-A569-5283A52D3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076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s://www.youtube.com/playlist?list=PLjcN1EyupaQnHM1I9SmiXfbT6aG4ezUvu" TargetMode="External"/><Relationship Id="rId4" Type="http://schemas.openxmlformats.org/officeDocument/2006/relationships/hyperlink" Target="https://www.pygame.org/wiki/about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yinstaller.org/en/stable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E7ADEDC-CD0B-249B-2030-D00274792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4427368"/>
            <a:ext cx="8791575" cy="1646861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 dirty="0"/>
              <a:t>By The </a:t>
            </a:r>
            <a:r>
              <a:rPr lang="en-US" sz="3200" dirty="0" err="1"/>
              <a:t>PyAuto</a:t>
            </a:r>
            <a:r>
              <a:rPr lang="en-US" sz="3200" dirty="0"/>
              <a:t> Team</a:t>
            </a:r>
          </a:p>
          <a:p>
            <a:pPr>
              <a:lnSpc>
                <a:spcPct val="110000"/>
              </a:lnSpc>
            </a:pPr>
            <a:r>
              <a:rPr lang="en-US" sz="3200" dirty="0"/>
              <a:t>(Chisom Anaemeribe)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9E1966-319B-181C-5E1B-2BD97114C5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24" y="1181257"/>
            <a:ext cx="8791575" cy="274736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61856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4EB82-4166-3AF4-8CD6-7C5E12BB5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en-US" sz="3200"/>
              <a:t>Gameplay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8E2D3-3444-2624-9D15-AC122845E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459287" cy="3965046"/>
          </a:xfrm>
        </p:spPr>
        <p:txBody>
          <a:bodyPr>
            <a:normAutofit/>
          </a:bodyPr>
          <a:lstStyle/>
          <a:p>
            <a:r>
              <a:rPr lang="en-US" sz="2000" dirty="0"/>
              <a:t>You must go through level courses to complete the game</a:t>
            </a:r>
          </a:p>
          <a:p>
            <a:r>
              <a:rPr lang="en-US" sz="2000" dirty="0"/>
              <a:t>Before starting, you must place blocks at the right place to go through the course</a:t>
            </a:r>
          </a:p>
          <a:p>
            <a:r>
              <a:rPr lang="en-US" sz="2000" dirty="0"/>
              <a:t>Your control is limited as you can only jump manually as the character runs automatically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7E0FCD-1762-BA80-2305-66296E7525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9" b="1100"/>
          <a:stretch>
            <a:fillRect/>
          </a:stretch>
        </p:blipFill>
        <p:spPr>
          <a:xfrm>
            <a:off x="6096000" y="1511300"/>
            <a:ext cx="5456279" cy="4135968"/>
          </a:xfrm>
          <a:prstGeom prst="round2DiagRect">
            <a:avLst>
              <a:gd name="adj1" fmla="val 315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7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39286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7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995AD4-56CB-70F7-144F-B3A09F18C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en-US" sz="3200"/>
              <a:t>Inspirations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C01B9-2B82-A4A7-7887-6B14EFE1B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459287" cy="396504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 dirty="0"/>
              <a:t>Inspired by: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Super Mario Maker, a game where you place blocks and objects to make your own levels.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Super Mario Run, a game where you automatically run through courses and must time your jumps to complete them.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Wanted to combine these elements into one game that tests the player's strategy and coordination</a:t>
            </a:r>
          </a:p>
          <a:p>
            <a:pPr lvl="1">
              <a:lnSpc>
                <a:spcPct val="110000"/>
              </a:lnSpc>
            </a:pPr>
            <a:r>
              <a:rPr lang="en-US" sz="1300" dirty="0"/>
              <a:t>Must determine where to place the tiles and time their jump movements to complete each level</a:t>
            </a:r>
          </a:p>
        </p:txBody>
      </p:sp>
      <p:pic>
        <p:nvPicPr>
          <p:cNvPr id="2050" name="Picture 2" descr="Super Mario Run Hands-On Preview - Gamereactor">
            <a:extLst>
              <a:ext uri="{FF2B5EF4-FFF2-40B4-BE49-F238E27FC236}">
                <a16:creationId xmlns:a16="http://schemas.microsoft.com/office/drawing/2014/main" id="{98C87DCB-16CD-5BA2-306E-BE1041255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25634" y="618518"/>
            <a:ext cx="4197011" cy="5596015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060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72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96618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3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3D1E00-DE4E-89AD-BE91-370346D0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en-US" sz="3200"/>
              <a:t>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2E2D6-A2F5-40F6-A991-3173EA47C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459287" cy="396504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900"/>
              <a:t>Developed in Python with the </a:t>
            </a:r>
            <a:r>
              <a:rPr lang="en-US" sz="1900">
                <a:hlinkClick r:id="rId4"/>
              </a:rPr>
              <a:t>Pygame</a:t>
            </a:r>
            <a:r>
              <a:rPr lang="en-US" sz="1900"/>
              <a:t> framework</a:t>
            </a:r>
          </a:p>
          <a:p>
            <a:pPr>
              <a:lnSpc>
                <a:spcPct val="110000"/>
              </a:lnSpc>
            </a:pPr>
            <a:r>
              <a:rPr lang="en-US" sz="1900"/>
              <a:t>Used tutorials from </a:t>
            </a:r>
            <a:r>
              <a:rPr lang="en-US" sz="1900">
                <a:hlinkClick r:id="rId5"/>
              </a:rPr>
              <a:t>Coding with Russ</a:t>
            </a:r>
            <a:r>
              <a:rPr lang="en-US" sz="1900"/>
              <a:t> to develop the base platformer engine, including the player, blocks, and obstacles</a:t>
            </a:r>
          </a:p>
          <a:p>
            <a:pPr>
              <a:lnSpc>
                <a:spcPct val="110000"/>
              </a:lnSpc>
            </a:pPr>
            <a:r>
              <a:rPr lang="en-US" sz="1900"/>
              <a:t>Added code to determine where block placement is based on the mouse position</a:t>
            </a:r>
          </a:p>
          <a:p>
            <a:pPr>
              <a:lnSpc>
                <a:spcPct val="110000"/>
              </a:lnSpc>
            </a:pPr>
            <a:r>
              <a:rPr lang="en-US" sz="1900"/>
              <a:t>Modified the player’s movement code to automatically run and change direction whenever it encounters a wall from a block or platform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ADE5275-E235-9327-749B-9A4135BF9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2652645"/>
            <a:ext cx="5456279" cy="1527760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36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5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6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7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8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9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0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1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2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3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5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6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7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8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9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0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1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2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56482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69FD9-4ACB-4E21-6DAE-3C36CA927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4DE19-A065-F970-F0F1-B7C34E16A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Develop levels and store their data for the game to use</a:t>
            </a:r>
          </a:p>
          <a:p>
            <a:pPr lvl="1"/>
            <a:r>
              <a:rPr lang="en-US" dirty="0"/>
              <a:t>Found a level editor from Coding with Russ and modified it to work with my game</a:t>
            </a:r>
          </a:p>
          <a:p>
            <a:pPr lvl="1"/>
            <a:r>
              <a:rPr lang="en-US" dirty="0"/>
              <a:t>Developed level concepts to created levels from and play tested them to ensure they can be completed</a:t>
            </a:r>
          </a:p>
          <a:p>
            <a:r>
              <a:rPr lang="en-US" dirty="0"/>
              <a:t>Package game into a zip file</a:t>
            </a:r>
          </a:p>
          <a:p>
            <a:pPr lvl="1"/>
            <a:r>
              <a:rPr lang="en-US" dirty="0"/>
              <a:t>Wanted easy distribution of my game and let people play my game without installing Python</a:t>
            </a:r>
          </a:p>
          <a:p>
            <a:pPr lvl="1"/>
            <a:r>
              <a:rPr lang="en-US" dirty="0"/>
              <a:t>Found the </a:t>
            </a:r>
            <a:r>
              <a:rPr lang="en-US" dirty="0" err="1">
                <a:hlinkClick r:id="rId2"/>
              </a:rPr>
              <a:t>PyInstaller</a:t>
            </a:r>
            <a:r>
              <a:rPr lang="en-US" dirty="0"/>
              <a:t> tool that converted the scripts and data into an executable with a folder containing the game’s data</a:t>
            </a:r>
          </a:p>
          <a:p>
            <a:pPr lvl="1"/>
            <a:r>
              <a:rPr lang="en-US" dirty="0"/>
              <a:t>Created a PowerShell script that used </a:t>
            </a:r>
            <a:r>
              <a:rPr lang="en-US" dirty="0" err="1"/>
              <a:t>PyInstaller</a:t>
            </a:r>
            <a:r>
              <a:rPr lang="en-US" dirty="0"/>
              <a:t> and put the game’s data and executable into a zip file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706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A5416-F7CA-4EC8-53BA-87928D7EA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63A03-566D-5B39-AEFF-9C65FB6F2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Became more familiarized with Python and the </a:t>
            </a:r>
            <a:r>
              <a:rPr lang="en-US" dirty="0" err="1"/>
              <a:t>Pygame</a:t>
            </a:r>
            <a:r>
              <a:rPr lang="en-US" dirty="0"/>
              <a:t> framework</a:t>
            </a:r>
          </a:p>
          <a:p>
            <a:pPr lvl="1"/>
            <a:r>
              <a:rPr lang="en-US" dirty="0"/>
              <a:t>Learned Python classes, including attributes and methods, data creation, and data processing </a:t>
            </a:r>
          </a:p>
          <a:p>
            <a:pPr lvl="1"/>
            <a:r>
              <a:rPr lang="en-US" dirty="0"/>
              <a:t>Learned how to use graphics and sound effects in </a:t>
            </a:r>
            <a:r>
              <a:rPr lang="en-US" dirty="0" err="1"/>
              <a:t>Pygame</a:t>
            </a:r>
            <a:endParaRPr lang="en-US" dirty="0"/>
          </a:p>
          <a:p>
            <a:r>
              <a:rPr lang="en-US" dirty="0"/>
              <a:t>Learned not to limit myself to my own knowledge and use others work as a baseline for my own creations.</a:t>
            </a:r>
          </a:p>
        </p:txBody>
      </p:sp>
    </p:spTree>
    <p:extLst>
      <p:ext uri="{BB962C8B-B14F-4D97-AF65-F5344CB8AC3E}">
        <p14:creationId xmlns:p14="http://schemas.microsoft.com/office/powerpoint/2010/main" val="60524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4DF76-F18D-5D03-5C56-A04858245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002631"/>
            <a:ext cx="9906000" cy="2852737"/>
          </a:xfrm>
        </p:spPr>
        <p:txBody>
          <a:bodyPr anchor="ctr">
            <a:normAutofit/>
          </a:bodyPr>
          <a:lstStyle/>
          <a:p>
            <a:pPr algn="ctr"/>
            <a:r>
              <a:rPr lang="en-US" sz="6400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4568815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237</TotalTime>
  <Words>349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Tw Cen MT</vt:lpstr>
      <vt:lpstr>Circuit</vt:lpstr>
      <vt:lpstr>PowerPoint Presentation</vt:lpstr>
      <vt:lpstr>Gameplay</vt:lpstr>
      <vt:lpstr>Inspirations</vt:lpstr>
      <vt:lpstr>Development</vt:lpstr>
      <vt:lpstr>Challenges</vt:lpstr>
      <vt:lpstr>Reflection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canaemer9812</dc:creator>
  <cp:lastModifiedBy>canaemer9812</cp:lastModifiedBy>
  <cp:revision>24</cp:revision>
  <dcterms:created xsi:type="dcterms:W3CDTF">2026-04-17T17:32:45Z</dcterms:created>
  <dcterms:modified xsi:type="dcterms:W3CDTF">2026-04-19T22:06:56Z</dcterms:modified>
</cp:coreProperties>
</file>